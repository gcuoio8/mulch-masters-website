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d6af9cd0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d6af9cd0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d6af9cd06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d6af9cd06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6af9cd06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6af9cd06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6af9cd06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d6af9cd06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d6af9cd061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d6af9cd061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6af9cd061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6af9cd061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6af9cd061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6af9cd061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53" name="Shape 53"/>
        <p:cNvGrpSpPr/>
        <p:nvPr/>
      </p:nvGrpSpPr>
      <p:grpSpPr>
        <a:xfrm>
          <a:off x="0" y="0"/>
          <a:ext cx="0" cy="0"/>
          <a:chOff x="0" y="0"/>
          <a:chExt cx="0" cy="0"/>
        </a:xfrm>
      </p:grpSpPr>
      <p:pic>
        <p:nvPicPr>
          <p:cNvPr id="54" name="Google Shape;54;p13" title="28992CD8-900F-4D56-B361-896190657388.PNG"/>
          <p:cNvPicPr preferRelativeResize="0"/>
          <p:nvPr/>
        </p:nvPicPr>
        <p:blipFill>
          <a:blip r:embed="rId3">
            <a:alphaModFix/>
          </a:blip>
          <a:stretch>
            <a:fillRect/>
          </a:stretch>
        </p:blipFill>
        <p:spPr>
          <a:xfrm>
            <a:off x="2279303" y="279053"/>
            <a:ext cx="4585400" cy="458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r>
              <a:rPr lang="en"/>
              <a:t> </a:t>
            </a:r>
            <a:endParaRPr/>
          </a:p>
        </p:txBody>
      </p:sp>
      <p:sp>
        <p:nvSpPr>
          <p:cNvPr id="60" name="Google Shape;60;p14"/>
          <p:cNvSpPr txBox="1"/>
          <p:nvPr>
            <p:ph idx="1" type="body"/>
          </p:nvPr>
        </p:nvSpPr>
        <p:spPr>
          <a:xfrm>
            <a:off x="311700" y="1537050"/>
            <a:ext cx="8520600" cy="3125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600">
                <a:solidFill>
                  <a:schemeClr val="dk1"/>
                </a:solidFill>
              </a:rPr>
              <a:t>Hi everyone, our names are John Hoekstra, Charlie Boxx, and Gavin Cuoio. Today, we are presenting our idea for a product called “M</a:t>
            </a:r>
            <a:endParaRPr sz="1600">
              <a:solidFill>
                <a:schemeClr val="dk1"/>
              </a:solidFill>
            </a:endParaRPr>
          </a:p>
          <a:p>
            <a:pPr indent="0" lvl="0" marL="0" rtl="0" algn="l">
              <a:spcBef>
                <a:spcPts val="1200"/>
              </a:spcBef>
              <a:spcAft>
                <a:spcPts val="0"/>
              </a:spcAft>
              <a:buClr>
                <a:schemeClr val="dk1"/>
              </a:buClr>
              <a:buSzPts val="1100"/>
              <a:buFont typeface="Arial"/>
              <a:buNone/>
            </a:pPr>
            <a:r>
              <a:rPr lang="en" sz="1600">
                <a:solidFill>
                  <a:schemeClr val="dk1"/>
                </a:solidFill>
              </a:rPr>
              <a:t>- Made from recycled tires</a:t>
            </a:r>
            <a:endParaRPr sz="1600">
              <a:solidFill>
                <a:schemeClr val="dk1"/>
              </a:solidFill>
            </a:endParaRPr>
          </a:p>
          <a:p>
            <a:pPr indent="0" lvl="0" marL="0" rtl="0" algn="l">
              <a:spcBef>
                <a:spcPts val="1200"/>
              </a:spcBef>
              <a:spcAft>
                <a:spcPts val="0"/>
              </a:spcAft>
              <a:buClr>
                <a:schemeClr val="dk1"/>
              </a:buClr>
              <a:buSzPts val="1100"/>
              <a:buFont typeface="Arial"/>
              <a:buNone/>
            </a:pPr>
            <a:r>
              <a:rPr lang="en" sz="1600">
                <a:solidFill>
                  <a:schemeClr val="dk1"/>
                </a:solidFill>
              </a:rPr>
              <a:t>- A better </a:t>
            </a:r>
            <a:r>
              <a:rPr lang="en" sz="1600">
                <a:solidFill>
                  <a:schemeClr val="dk1"/>
                </a:solidFill>
              </a:rPr>
              <a:t>alternative</a:t>
            </a:r>
            <a:r>
              <a:rPr lang="en" sz="1600">
                <a:solidFill>
                  <a:schemeClr val="dk1"/>
                </a:solidFill>
              </a:rPr>
              <a:t> for the </a:t>
            </a:r>
            <a:r>
              <a:rPr lang="en" sz="1600">
                <a:solidFill>
                  <a:schemeClr val="dk1"/>
                </a:solidFill>
              </a:rPr>
              <a:t>environment</a:t>
            </a:r>
            <a:endParaRPr sz="1600">
              <a:solidFill>
                <a:schemeClr val="dk1"/>
              </a:solidFill>
            </a:endParaRPr>
          </a:p>
          <a:p>
            <a:pPr indent="0" lvl="0" marL="0" rtl="0" algn="l">
              <a:spcBef>
                <a:spcPts val="1200"/>
              </a:spcBef>
              <a:spcAft>
                <a:spcPts val="0"/>
              </a:spcAft>
              <a:buClr>
                <a:schemeClr val="dk1"/>
              </a:buClr>
              <a:buSzPts val="1100"/>
              <a:buFont typeface="Arial"/>
              <a:buNone/>
            </a:pPr>
            <a:r>
              <a:rPr lang="en" sz="1600">
                <a:solidFill>
                  <a:schemeClr val="dk1"/>
                </a:solidFill>
              </a:rPr>
              <a:t>- </a:t>
            </a:r>
            <a:endParaRPr sz="1600">
              <a:solidFill>
                <a:schemeClr val="dk1"/>
              </a:solidFill>
            </a:endParaRPr>
          </a:p>
          <a:p>
            <a:pPr indent="0" lvl="0" marL="0" rtl="0" algn="l">
              <a:spcBef>
                <a:spcPts val="1200"/>
              </a:spcBef>
              <a:spcAft>
                <a:spcPts val="1200"/>
              </a:spcAft>
              <a:buNone/>
            </a:pPr>
            <a:r>
              <a:t/>
            </a:r>
            <a:endParaRPr sz="2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a:t>
            </a:r>
            <a:endParaRPr/>
          </a:p>
        </p:txBody>
      </p:sp>
      <p:sp>
        <p:nvSpPr>
          <p:cNvPr id="66" name="Google Shape;66;p15"/>
          <p:cNvSpPr txBox="1"/>
          <p:nvPr>
            <p:ph idx="1" type="body"/>
          </p:nvPr>
        </p:nvSpPr>
        <p:spPr>
          <a:xfrm>
            <a:off x="311700" y="1166550"/>
            <a:ext cx="8520600" cy="2810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600">
                <a:solidFill>
                  <a:schemeClr val="dk1"/>
                </a:solidFill>
              </a:rPr>
              <a:t>Every year, over 300 million tires are discarded in the United States alone. These tires don’t decompose easily, and when stockpiled, they create serious hazards. They’re breeding grounds for mosquitoes, they release toxic chemicals into soil and water, and tire fires can burn for months, causing long-term air pollution.</a:t>
            </a:r>
            <a:endParaRPr sz="1600">
              <a:solidFill>
                <a:schemeClr val="dk1"/>
              </a:solidFill>
            </a:endParaRPr>
          </a:p>
          <a:p>
            <a:pPr indent="0" lvl="0" marL="0" rtl="0" algn="l">
              <a:spcBef>
                <a:spcPts val="1200"/>
              </a:spcBef>
              <a:spcAft>
                <a:spcPts val="0"/>
              </a:spcAft>
              <a:buClr>
                <a:schemeClr val="dk1"/>
              </a:buClr>
              <a:buSzPts val="1100"/>
              <a:buFont typeface="Arial"/>
              <a:buNone/>
            </a:pPr>
            <a:r>
              <a:rPr lang="en" sz="1600">
                <a:solidFill>
                  <a:schemeClr val="dk1"/>
                </a:solidFill>
              </a:rPr>
              <a:t>Despite these risks, millions of tires still end up in landfills or illegal dumping sites. The core problem isn’t just waste—it’s the lack of efficient, scalable, and profitable recycling solutions.</a:t>
            </a:r>
            <a:endParaRPr sz="1600">
              <a:solidFill>
                <a:schemeClr val="dk1"/>
              </a:solidFill>
            </a:endParaRPr>
          </a:p>
          <a:p>
            <a:pPr indent="0" lvl="0" marL="0" rtl="0" algn="l">
              <a:spcBef>
                <a:spcPts val="1200"/>
              </a:spcBef>
              <a:spcAft>
                <a:spcPts val="1200"/>
              </a:spcAft>
              <a:buNone/>
            </a:pPr>
            <a:r>
              <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Solution </a:t>
            </a:r>
            <a:endParaRPr/>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Clr>
                <a:schemeClr val="dk1"/>
              </a:buClr>
              <a:buSzPts val="1100"/>
              <a:buFont typeface="Arial"/>
              <a:buNone/>
            </a:pPr>
            <a:r>
              <a:rPr lang="en" sz="1600">
                <a:solidFill>
                  <a:schemeClr val="dk1"/>
                </a:solidFill>
              </a:rPr>
              <a:t>Mulch Masters Recycling addresses this by converting old, unusable tires into </a:t>
            </a:r>
            <a:r>
              <a:rPr b="1" lang="en" sz="1600">
                <a:solidFill>
                  <a:schemeClr val="dk1"/>
                </a:solidFill>
              </a:rPr>
              <a:t>tire mulch</a:t>
            </a:r>
            <a:r>
              <a:rPr lang="en" sz="1600">
                <a:solidFill>
                  <a:schemeClr val="dk1"/>
                </a:solidFill>
              </a:rPr>
              <a:t>, a durable, eco-friendly alternative to traditional wood mulch.</a:t>
            </a:r>
            <a:endParaRPr sz="1600">
              <a:solidFill>
                <a:schemeClr val="dk1"/>
              </a:solidFill>
            </a:endParaRPr>
          </a:p>
          <a:p>
            <a:pPr indent="0" lvl="0" marL="0" rtl="0" algn="l">
              <a:spcBef>
                <a:spcPts val="1200"/>
              </a:spcBef>
              <a:spcAft>
                <a:spcPts val="0"/>
              </a:spcAft>
              <a:buClr>
                <a:schemeClr val="dk1"/>
              </a:buClr>
              <a:buSzPts val="1100"/>
              <a:buFont typeface="Arial"/>
              <a:buNone/>
            </a:pPr>
            <a:r>
              <a:rPr lang="en" sz="1600">
                <a:solidFill>
                  <a:schemeClr val="dk1"/>
                </a:solidFill>
              </a:rPr>
              <a:t>Our process involves:</a:t>
            </a:r>
            <a:endParaRPr sz="1600">
              <a:solidFill>
                <a:schemeClr val="dk1"/>
              </a:solidFill>
            </a:endParaRPr>
          </a:p>
          <a:p>
            <a:pPr indent="-330200" lvl="0" marL="457200" rtl="0" algn="l">
              <a:spcBef>
                <a:spcPts val="1200"/>
              </a:spcBef>
              <a:spcAft>
                <a:spcPts val="0"/>
              </a:spcAft>
              <a:buClr>
                <a:schemeClr val="dk1"/>
              </a:buClr>
              <a:buSzPts val="1600"/>
              <a:buChar char="●"/>
            </a:pPr>
            <a:r>
              <a:rPr lang="en" sz="1600">
                <a:solidFill>
                  <a:schemeClr val="dk1"/>
                </a:solidFill>
              </a:rPr>
              <a:t>Collecting discarded tires from local businesses and municipalities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Shredding and processing them into clean, safe mulch</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Distributing the finished product to landscaping companies, schools, parks, and homeowners</a:t>
            </a:r>
            <a:endParaRPr sz="1600">
              <a:solidFill>
                <a:schemeClr val="dk1"/>
              </a:solidFill>
            </a:endParaRPr>
          </a:p>
          <a:p>
            <a:pPr indent="0" lvl="0" marL="0" rtl="0" algn="l">
              <a:spcBef>
                <a:spcPts val="1200"/>
              </a:spcBef>
              <a:spcAft>
                <a:spcPts val="0"/>
              </a:spcAft>
              <a:buClr>
                <a:schemeClr val="dk1"/>
              </a:buClr>
              <a:buSzPts val="1100"/>
              <a:buFont typeface="Arial"/>
              <a:buNone/>
            </a:pPr>
            <a:r>
              <a:rPr lang="en" sz="1600">
                <a:solidFill>
                  <a:schemeClr val="dk1"/>
                </a:solidFill>
              </a:rPr>
              <a:t>Tire mulch has several advantages: it lasts up to </a:t>
            </a:r>
            <a:r>
              <a:rPr b="1" lang="en" sz="1600">
                <a:solidFill>
                  <a:schemeClr val="dk1"/>
                </a:solidFill>
              </a:rPr>
              <a:t>10 years</a:t>
            </a:r>
            <a:r>
              <a:rPr lang="en" sz="1600">
                <a:solidFill>
                  <a:schemeClr val="dk1"/>
                </a:solidFill>
              </a:rPr>
              <a:t>, doesn’t attract insects, retains moisture better than wood, and reduces the need for constant replacement. It’s not just recycling—it’s creating a superior product.</a:t>
            </a:r>
            <a:endParaRPr sz="1600">
              <a:solidFill>
                <a:schemeClr val="dk1"/>
              </a:solidFill>
            </a:endParaRPr>
          </a:p>
          <a:p>
            <a:pPr indent="0" lvl="0" marL="0" rtl="0" algn="l">
              <a:spcBef>
                <a:spcPts val="1200"/>
              </a:spcBef>
              <a:spcAft>
                <a:spcPts val="1200"/>
              </a:spcAft>
              <a:buNone/>
            </a:pPr>
            <a:r>
              <a:t/>
            </a:r>
            <a:endParaRPr sz="2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Target market and research</a:t>
            </a:r>
            <a:endParaRPr/>
          </a:p>
        </p:txBody>
      </p:sp>
      <p:sp>
        <p:nvSpPr>
          <p:cNvPr id="78" name="Google Shape;78;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600">
                <a:solidFill>
                  <a:schemeClr val="dk1"/>
                </a:solidFill>
              </a:rPr>
              <a:t>Our primary target market includes:</a:t>
            </a:r>
            <a:endParaRPr sz="1600">
              <a:solidFill>
                <a:schemeClr val="dk1"/>
              </a:solidFill>
            </a:endParaRPr>
          </a:p>
          <a:p>
            <a:pPr indent="-330200" lvl="0" marL="457200" rtl="0" algn="l">
              <a:spcBef>
                <a:spcPts val="1200"/>
              </a:spcBef>
              <a:spcAft>
                <a:spcPts val="0"/>
              </a:spcAft>
              <a:buClr>
                <a:schemeClr val="dk1"/>
              </a:buClr>
              <a:buSzPts val="1600"/>
              <a:buChar char="●"/>
            </a:pPr>
            <a:r>
              <a:rPr lang="en" sz="1600">
                <a:solidFill>
                  <a:schemeClr val="dk1"/>
                </a:solidFill>
              </a:rPr>
              <a:t>Landscaping companies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Municipal parks and recreation departments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Schools and playground developers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Environmentally conscious homeowners</a:t>
            </a:r>
            <a:endParaRPr sz="1600">
              <a:solidFill>
                <a:schemeClr val="dk1"/>
              </a:solidFill>
            </a:endParaRPr>
          </a:p>
          <a:p>
            <a:pPr indent="0" lvl="0" marL="0" rtl="0" algn="l">
              <a:spcBef>
                <a:spcPts val="1200"/>
              </a:spcBef>
              <a:spcAft>
                <a:spcPts val="0"/>
              </a:spcAft>
              <a:buClr>
                <a:schemeClr val="dk1"/>
              </a:buClr>
              <a:buSzPts val="1100"/>
              <a:buFont typeface="Arial"/>
              <a:buNone/>
            </a:pPr>
            <a:r>
              <a:rPr lang="en" sz="1600">
                <a:solidFill>
                  <a:schemeClr val="dk1"/>
                </a:solidFill>
              </a:rPr>
              <a:t>The U.S. landscaping services market alone is worth over </a:t>
            </a:r>
            <a:r>
              <a:rPr b="1" lang="en" sz="1600">
                <a:solidFill>
                  <a:schemeClr val="dk1"/>
                </a:solidFill>
              </a:rPr>
              <a:t>$150 billion</a:t>
            </a:r>
            <a:r>
              <a:rPr lang="en" sz="1600">
                <a:solidFill>
                  <a:schemeClr val="dk1"/>
                </a:solidFill>
              </a:rPr>
              <a:t>, and demand for sustainable materials is growing rapidly. Research shows that consumers and municipalities are increasingly willing to pay more for eco-friendly alternatives, especially those that reduce long-term maintenance costs.</a:t>
            </a:r>
            <a:endParaRPr sz="1600">
              <a:solidFill>
                <a:schemeClr val="dk1"/>
              </a:solidFill>
            </a:endParaRPr>
          </a:p>
          <a:p>
            <a:pPr indent="0" lvl="0" marL="0" rtl="0" algn="l">
              <a:spcBef>
                <a:spcPts val="1200"/>
              </a:spcBef>
              <a:spcAft>
                <a:spcPts val="0"/>
              </a:spcAft>
              <a:buClr>
                <a:schemeClr val="dk1"/>
              </a:buClr>
              <a:buSzPts val="1100"/>
              <a:buFont typeface="Arial"/>
              <a:buNone/>
            </a:pPr>
            <a:r>
              <a:rPr lang="en" sz="1600">
                <a:solidFill>
                  <a:schemeClr val="dk1"/>
                </a:solidFill>
              </a:rPr>
              <a:t>Additionally, government regulations are tightening around tire disposal, which creates an opportunity for businesses like ours to step in as a compliant and cost-effective solution.</a:t>
            </a:r>
            <a:endParaRPr sz="16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Competitive advantage </a:t>
            </a:r>
            <a:endParaRPr/>
          </a:p>
        </p:txBody>
      </p:sp>
      <p:sp>
        <p:nvSpPr>
          <p:cNvPr id="84" name="Google Shape;8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10000"/>
          </a:bodyPr>
          <a:lstStyle/>
          <a:p>
            <a:pPr indent="0" lvl="0" marL="0" rtl="0" algn="l">
              <a:spcBef>
                <a:spcPts val="1200"/>
              </a:spcBef>
              <a:spcAft>
                <a:spcPts val="0"/>
              </a:spcAft>
              <a:buClr>
                <a:schemeClr val="dk1"/>
              </a:buClr>
              <a:buSzPct val="42960"/>
              <a:buFont typeface="Arial"/>
              <a:buNone/>
            </a:pPr>
            <a:r>
              <a:rPr lang="en" sz="2561">
                <a:solidFill>
                  <a:schemeClr val="dk1"/>
                </a:solidFill>
              </a:rPr>
              <a:t>What sets Mulch Masters apart is our closed-loop, locally focused model.</a:t>
            </a:r>
            <a:endParaRPr sz="2561">
              <a:solidFill>
                <a:schemeClr val="dk1"/>
              </a:solidFill>
            </a:endParaRPr>
          </a:p>
          <a:p>
            <a:pPr indent="0" lvl="0" marL="0" rtl="0" algn="l">
              <a:spcBef>
                <a:spcPts val="1200"/>
              </a:spcBef>
              <a:spcAft>
                <a:spcPts val="0"/>
              </a:spcAft>
              <a:buClr>
                <a:schemeClr val="dk1"/>
              </a:buClr>
              <a:buSzPct val="42960"/>
              <a:buFont typeface="Arial"/>
              <a:buNone/>
            </a:pPr>
            <a:r>
              <a:rPr lang="en" sz="2561">
                <a:solidFill>
                  <a:schemeClr val="dk1"/>
                </a:solidFill>
              </a:rPr>
              <a:t>First, we partner directly with tire retailers and auto shops to secure a steady, low-cost supply of raw materials. Many of these businesses actually pay to dispose of tires—so we can reduce their costs while securing inventory.</a:t>
            </a:r>
            <a:endParaRPr sz="2561">
              <a:solidFill>
                <a:schemeClr val="dk1"/>
              </a:solidFill>
            </a:endParaRPr>
          </a:p>
          <a:p>
            <a:pPr indent="0" lvl="0" marL="0" rtl="0" algn="l">
              <a:spcBef>
                <a:spcPts val="1200"/>
              </a:spcBef>
              <a:spcAft>
                <a:spcPts val="0"/>
              </a:spcAft>
              <a:buClr>
                <a:schemeClr val="dk1"/>
              </a:buClr>
              <a:buSzPct val="42960"/>
              <a:buFont typeface="Arial"/>
              <a:buNone/>
            </a:pPr>
            <a:r>
              <a:rPr lang="en" sz="2561">
                <a:solidFill>
                  <a:schemeClr val="dk1"/>
                </a:solidFill>
              </a:rPr>
              <a:t>Second, we operate regionally, minimizing transportation costs and emissions while building strong local partnerships.</a:t>
            </a:r>
            <a:endParaRPr sz="2561">
              <a:solidFill>
                <a:schemeClr val="dk1"/>
              </a:solidFill>
            </a:endParaRPr>
          </a:p>
          <a:p>
            <a:pPr indent="0" lvl="0" marL="0" rtl="0" algn="l">
              <a:spcBef>
                <a:spcPts val="1200"/>
              </a:spcBef>
              <a:spcAft>
                <a:spcPts val="0"/>
              </a:spcAft>
              <a:buClr>
                <a:schemeClr val="dk1"/>
              </a:buClr>
              <a:buSzPct val="42960"/>
              <a:buFont typeface="Arial"/>
              <a:buNone/>
            </a:pPr>
            <a:r>
              <a:rPr lang="en" sz="2561">
                <a:solidFill>
                  <a:schemeClr val="dk1"/>
                </a:solidFill>
              </a:rPr>
              <a:t>Third, our product is positioned as both eco-friendly and cost-effective over time. Unlike wood mulch, which needs to be replaced yearly, our tire mulch lasts for years—saving customers money.</a:t>
            </a:r>
            <a:endParaRPr sz="2561">
              <a:solidFill>
                <a:schemeClr val="dk1"/>
              </a:solidFill>
            </a:endParaRPr>
          </a:p>
          <a:p>
            <a:pPr indent="0" lvl="0" marL="0" rtl="0" algn="l">
              <a:spcBef>
                <a:spcPts val="1200"/>
              </a:spcBef>
              <a:spcAft>
                <a:spcPts val="0"/>
              </a:spcAft>
              <a:buClr>
                <a:schemeClr val="dk1"/>
              </a:buClr>
              <a:buSzPct val="42960"/>
              <a:buFont typeface="Arial"/>
              <a:buNone/>
            </a:pPr>
            <a:r>
              <a:rPr lang="en" sz="2561">
                <a:solidFill>
                  <a:schemeClr val="dk1"/>
                </a:solidFill>
              </a:rPr>
              <a:t>Finally, we emphasize branding and education, helping customers understand both the environmental impact and the performance benefits of our product.</a:t>
            </a:r>
            <a:endParaRPr sz="2561">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to action </a:t>
            </a:r>
            <a:endParaRPr/>
          </a:p>
        </p:txBody>
      </p:sp>
      <p:sp>
        <p:nvSpPr>
          <p:cNvPr id="90" name="Google Shape;9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600">
                <a:solidFill>
                  <a:schemeClr val="dk1"/>
                </a:solidFill>
              </a:rPr>
              <a:t>We’re currently seeking partners and initial funding to scale our processing capacity and expand distribution. With your support, we can reduce landfill waste, create a profitable circular business, and make sustainable landscaping the standard—not the exception.</a:t>
            </a:r>
            <a:endParaRPr sz="1600">
              <a:solidFill>
                <a:schemeClr val="dk1"/>
              </a:solidFill>
            </a:endParaRPr>
          </a:p>
          <a:p>
            <a:pPr indent="0" lvl="0" marL="0" rtl="0" algn="l">
              <a:spcBef>
                <a:spcPts val="1200"/>
              </a:spcBef>
              <a:spcAft>
                <a:spcPts val="0"/>
              </a:spcAft>
              <a:buClr>
                <a:schemeClr val="dk1"/>
              </a:buClr>
              <a:buSzPts val="1100"/>
              <a:buFont typeface="Arial"/>
              <a:buNone/>
            </a:pPr>
            <a:r>
              <a:rPr lang="en" sz="1600">
                <a:solidFill>
                  <a:schemeClr val="dk1"/>
                </a:solidFill>
              </a:rPr>
              <a:t>Join us in turning waste into value. Thank you.</a:t>
            </a:r>
            <a:endParaRPr sz="16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6" name="Google Shape;9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